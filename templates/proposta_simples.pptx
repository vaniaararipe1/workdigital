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Space Grotesk Medium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78">
          <p15:clr>
            <a:srgbClr val="747775"/>
          </p15:clr>
        </p15:guide>
        <p15:guide id="2" orient="horz" pos="484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2494">
          <p15:clr>
            <a:srgbClr val="747775"/>
          </p15:clr>
        </p15:guide>
        <p15:guide id="5" orient="horz" pos="27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78"/>
        <p:guide pos="484" orient="horz"/>
        <p:guide pos="2880"/>
        <p:guide pos="2494" orient="horz"/>
        <p:guide pos="27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paceGroteskMedium-bold.fntdata"/><Relationship Id="rId14" Type="http://schemas.openxmlformats.org/officeDocument/2006/relationships/font" Target="fonts/SpaceGrotesk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ccef933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3ccef933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3cc4bda8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3cc4bda8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cc4bda8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3cc4bda8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ccef933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3ccef933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6148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5007885" y="2123443"/>
            <a:ext cx="39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025E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A/C:</a:t>
            </a:r>
            <a:endParaRPr>
              <a:solidFill>
                <a:srgbClr val="6025E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007885" y="2763453"/>
            <a:ext cx="39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025E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Empresa:</a:t>
            </a:r>
            <a:endParaRPr>
              <a:solidFill>
                <a:srgbClr val="6025E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007885" y="3411343"/>
            <a:ext cx="39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025E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Objetivo:</a:t>
            </a:r>
            <a:endParaRPr>
              <a:solidFill>
                <a:srgbClr val="6025E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007885" y="4059232"/>
            <a:ext cx="399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6025E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Validade da proposta:</a:t>
            </a:r>
            <a:endParaRPr>
              <a:solidFill>
                <a:srgbClr val="6025E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007885" y="2382835"/>
            <a:ext cx="399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Nome do cliente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007885" y="3022772"/>
            <a:ext cx="399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Nome da empresa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007885" y="3673498"/>
            <a:ext cx="399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Descrição do objetivo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007885" y="4324231"/>
            <a:ext cx="399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15 dias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499495" y="544117"/>
            <a:ext cx="426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025E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Escopo:</a:t>
            </a:r>
            <a:endParaRPr sz="1500">
              <a:solidFill>
                <a:srgbClr val="6025E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99495" y="925900"/>
            <a:ext cx="80991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Criação via HTML/CSS de 1 menu pop-up, de acordo com layout, com cadastro de categorias existentes em sistema WordPress.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 Edição de conteúdo em 13 produtos previamente cadastrados. Website alfaq.com.br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499495" y="370875"/>
            <a:ext cx="92700" cy="92700"/>
          </a:xfrm>
          <a:prstGeom prst="ellipse">
            <a:avLst/>
          </a:prstGeom>
          <a:solidFill>
            <a:srgbClr val="602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499495" y="2744813"/>
            <a:ext cx="426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025E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Prazo:</a:t>
            </a:r>
            <a:endParaRPr sz="1500">
              <a:solidFill>
                <a:srgbClr val="6025E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99495" y="2571571"/>
            <a:ext cx="92700" cy="92700"/>
          </a:xfrm>
          <a:prstGeom prst="ellipse">
            <a:avLst/>
          </a:prstGeom>
          <a:solidFill>
            <a:srgbClr val="602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499495" y="3084452"/>
            <a:ext cx="809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 dias úteis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99495" y="3832854"/>
            <a:ext cx="426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6025E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Valor:</a:t>
            </a:r>
            <a:endParaRPr sz="1500">
              <a:solidFill>
                <a:srgbClr val="6025E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99495" y="3659613"/>
            <a:ext cx="92700" cy="92700"/>
          </a:xfrm>
          <a:prstGeom prst="ellipse">
            <a:avLst/>
          </a:prstGeom>
          <a:solidFill>
            <a:srgbClr val="602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99496" y="4172490"/>
            <a:ext cx="1093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R$ 680,00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91046" y="4398343"/>
            <a:ext cx="646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Forma de pagamento:</a:t>
            </a:r>
            <a:r>
              <a:rPr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à vista, via boleto bancário, até a finalização da execução do trabalho.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98475" y="1930300"/>
            <a:ext cx="7788600" cy="415500"/>
          </a:xfrm>
          <a:prstGeom prst="roundRect">
            <a:avLst>
              <a:gd fmla="val 222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726454" y="1971112"/>
            <a:ext cx="75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Importante: </a:t>
            </a:r>
            <a:r>
              <a:rPr lang="pt-B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 produção do conteúdo é de responsabilidade do cliente.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0" y="4863650"/>
            <a:ext cx="9144000" cy="297600"/>
          </a:xfrm>
          <a:prstGeom prst="rect">
            <a:avLst/>
          </a:prstGeom>
          <a:solidFill>
            <a:srgbClr val="602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05780" y="4859950"/>
            <a:ext cx="45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04CD8F"/>
                </a:solidFill>
                <a:latin typeface="Nunito"/>
                <a:ea typeface="Nunito"/>
                <a:cs typeface="Nunito"/>
                <a:sym typeface="Nunito"/>
              </a:rPr>
              <a:t>Toda e qualquer demanda não proposta no escopo deve ser orçada individualmente.</a:t>
            </a:r>
            <a:endParaRPr sz="800">
              <a:solidFill>
                <a:srgbClr val="04CD8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871999" y="4859950"/>
            <a:ext cx="1272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workdigital.art.br</a:t>
            </a:r>
            <a:endParaRPr sz="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